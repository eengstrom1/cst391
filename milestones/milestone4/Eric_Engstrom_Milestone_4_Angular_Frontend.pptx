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6427" autoAdjust="0"/>
  </p:normalViewPr>
  <p:slideViewPr>
    <p:cSldViewPr snapToGrid="0" snapToObjects="1">
      <p:cViewPr varScale="1">
        <p:scale>
          <a:sx n="66" d="100"/>
          <a:sy n="66" d="100"/>
        </p:scale>
        <p:origin x="2904" y="2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3616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presentation covers Milestone 4 of the CST 391 project.</a:t>
            </a:r>
          </a:p>
          <a:p>
            <a:r>
              <a:t>In this milestone, I integrated an Angular frontend with the REST API </a:t>
            </a:r>
          </a:p>
          <a:p>
            <a:r>
              <a:t>that was built in Milestone 3. The goal was to demonstrate full CRUD </a:t>
            </a:r>
          </a:p>
          <a:p>
            <a:r>
              <a:t>functionality through a user interface while maintaining alignment </a:t>
            </a:r>
          </a:p>
          <a:p>
            <a:r>
              <a:t>with the backend architecture and design documentation.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project is now a complete full stack application.</a:t>
            </a:r>
          </a:p>
          <a:p>
            <a:r>
              <a:t>The Angular frontend communicates with an Express and TypeScript backend.</a:t>
            </a:r>
          </a:p>
          <a:p>
            <a:r>
              <a:t>Data persistence is handled by MySQL. This milestone focuses specifically</a:t>
            </a:r>
          </a:p>
          <a:p>
            <a:r>
              <a:t>on the frontend implementation and integration with the existing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Angular frontend consumes REST endpoints exposed by Express.</a:t>
            </a:r>
          </a:p>
          <a:p>
            <a:r>
              <a:t>The backend follows a layered architecture separating controllers,</a:t>
            </a:r>
          </a:p>
          <a:p>
            <a:r>
              <a:t>services, and data access logic. JSON is used for all communication,</a:t>
            </a:r>
          </a:p>
          <a:p>
            <a:r>
              <a:t>and a MySQL connection pool ensures stable database connectivity.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implemented features include a fully functional product list,</a:t>
            </a:r>
          </a:p>
          <a:p>
            <a:r>
              <a:t>create form, edit form, delete operation with immediate UI update,</a:t>
            </a:r>
          </a:p>
          <a:p>
            <a:r>
              <a:t>and a product detail view. All CRUD operations were tested and verified</a:t>
            </a:r>
          </a:p>
          <a:p>
            <a:r>
              <a:t>through both the UI and the database.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Several challenges were encountered during implementation.</a:t>
            </a:r>
          </a:p>
          <a:p>
            <a:r>
              <a:t>Angular standalone configuration required careful setup.</a:t>
            </a:r>
          </a:p>
          <a:p>
            <a:r>
              <a:t>Change detection did not automatically trigger in some scenarios,</a:t>
            </a:r>
          </a:p>
          <a:p>
            <a:r>
              <a:t>requiring manual detection. Route reuse behavior also required</a:t>
            </a:r>
          </a:p>
          <a:p>
            <a:r>
              <a:t>adjustments to ensure proper UI refresh.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Some enhancements remain outside the scope of this milestone.</a:t>
            </a:r>
          </a:p>
          <a:p>
            <a:r>
              <a:t>Authentication is not implemented. Validation is basic.</a:t>
            </a:r>
          </a:p>
          <a:p>
            <a:r>
              <a:t>Pagination is not included, and error handling is minimal.</a:t>
            </a:r>
          </a:p>
          <a:p>
            <a:r>
              <a:t>These areas can be improved in future milestones.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 lessons include the importance of consistent API contracts,</a:t>
            </a:r>
          </a:p>
          <a:p>
            <a:r>
              <a:t>understanding Angular change detection, and ensuring documentation</a:t>
            </a:r>
          </a:p>
          <a:p>
            <a:r>
              <a:t>accurately reflects the implemented system. Layered architecture</a:t>
            </a:r>
          </a:p>
          <a:p>
            <a:r>
              <a:t>greatly simplified integration.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Future improvements include adding authentication, stronger</a:t>
            </a:r>
          </a:p>
          <a:p>
            <a:r>
              <a:t>validation, pagination, improved error handling, and deployment</a:t>
            </a:r>
          </a:p>
          <a:p>
            <a:r>
              <a:t>configuration. These changes would prepare the application for</a:t>
            </a:r>
          </a:p>
          <a:p>
            <a:r>
              <a:t>a production ready environment.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 conclusion, Milestone 4 successfully integrates the Angular</a:t>
            </a:r>
          </a:p>
          <a:p>
            <a:r>
              <a:t>frontend with the REST backend. The application now supports full</a:t>
            </a:r>
          </a:p>
          <a:p>
            <a:r>
              <a:t>CRUD operations and is ready for testing and final presentation</a:t>
            </a:r>
          </a:p>
          <a:p>
            <a:r>
              <a:t>in the upcoming milestone.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429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140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325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582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485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179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742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316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120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018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343065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5508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705080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8559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6125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874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147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Milestone 4</a:t>
            </a:r>
          </a:p>
          <a:p>
            <a:r>
              <a:t>Angular Frontend Integration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Eric Engstrom</a:t>
            </a:r>
          </a:p>
          <a:p>
            <a:r>
              <a:rPr dirty="0"/>
              <a:t>CST 391</a:t>
            </a:r>
          </a:p>
          <a:p>
            <a:r>
              <a:rPr dirty="0"/>
              <a:t>February</a:t>
            </a:r>
            <a:r>
              <a:rPr lang="en-US" dirty="0"/>
              <a:t> 22,</a:t>
            </a:r>
            <a:r>
              <a:rPr dirty="0"/>
              <a:t>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Full Stack Web Application</a:t>
            </a:r>
          </a:p>
          <a:p>
            <a:pPr lvl="1"/>
            <a:r>
              <a:t>Angular standalone frontend</a:t>
            </a:r>
          </a:p>
          <a:p>
            <a:pPr lvl="1"/>
            <a:r>
              <a:t>Express and TypeScript REST API backend</a:t>
            </a:r>
          </a:p>
          <a:p>
            <a:pPr lvl="1"/>
            <a:r>
              <a:t>MySQL relational database</a:t>
            </a:r>
          </a:p>
          <a:p>
            <a:pPr lvl="1"/>
            <a:r>
              <a:t>Complete CRUD functionality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Angular consumes REST API</a:t>
            </a:r>
          </a:p>
          <a:p>
            <a:pPr lvl="1"/>
            <a:r>
              <a:t>Express handles routing and business logic</a:t>
            </a:r>
          </a:p>
          <a:p>
            <a:pPr lvl="1"/>
            <a:r>
              <a:t>Layered backend architecture</a:t>
            </a:r>
          </a:p>
          <a:p>
            <a:pPr lvl="1"/>
            <a:r>
              <a:t>MySQL connection pool for stability</a:t>
            </a:r>
          </a:p>
          <a:p>
            <a:pPr lvl="1"/>
            <a:r>
              <a:t>JSON communication over HTTP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Implemented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Product List with Bootstrap table</a:t>
            </a:r>
          </a:p>
          <a:p>
            <a:pPr lvl="1"/>
            <a:r>
              <a:t>Create product using template driven forms</a:t>
            </a:r>
          </a:p>
          <a:p>
            <a:pPr lvl="1"/>
            <a:r>
              <a:t>Edit product with preloaded data</a:t>
            </a:r>
          </a:p>
          <a:p>
            <a:pPr lvl="1"/>
            <a:r>
              <a:t>Delete with immediate UI update</a:t>
            </a:r>
          </a:p>
          <a:p>
            <a:pPr lvl="1"/>
            <a:r>
              <a:t>Product detail view with formatted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Encountered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Angular standalone component configuration</a:t>
            </a:r>
          </a:p>
          <a:p>
            <a:pPr lvl="1"/>
            <a:r>
              <a:t>Change detection not triggering on refresh</a:t>
            </a:r>
          </a:p>
          <a:p>
            <a:pPr lvl="1"/>
            <a:r>
              <a:t>Route navigation reuse behavior</a:t>
            </a:r>
          </a:p>
          <a:p>
            <a:pPr lvl="1"/>
            <a:r>
              <a:t>Ensuring UI updates after delete</a:t>
            </a:r>
          </a:p>
          <a:p>
            <a:pPr lvl="1"/>
            <a:r>
              <a:t>Aligning documentation with implementation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Pending Issues /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authentication implemented</a:t>
            </a:r>
          </a:p>
          <a:p>
            <a:pPr lvl="1"/>
            <a:r>
              <a:t>Limited client side validation</a:t>
            </a:r>
          </a:p>
          <a:p>
            <a:pPr lvl="1"/>
            <a:r>
              <a:t>No pagination for large datasets</a:t>
            </a:r>
          </a:p>
          <a:p>
            <a:pPr lvl="1"/>
            <a:r>
              <a:t>Basic error handling only</a:t>
            </a:r>
          </a:p>
          <a:p>
            <a:pPr lvl="1"/>
            <a:r>
              <a:t>No production deployment configuration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Importance of consistent API contracts</a:t>
            </a:r>
          </a:p>
          <a:p>
            <a:pPr lvl="1"/>
            <a:r>
              <a:t>Understanding Angular change detection behavior</a:t>
            </a:r>
          </a:p>
          <a:p>
            <a:pPr lvl="1"/>
            <a:r>
              <a:t>Value of layered architecture</a:t>
            </a:r>
          </a:p>
          <a:p>
            <a:pPr lvl="1"/>
            <a:r>
              <a:t>Frontend and backend alignment is critical</a:t>
            </a:r>
          </a:p>
          <a:p>
            <a:pPr lvl="1"/>
            <a:r>
              <a:t>Documentation must match actual implementation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authentication and authorization</a:t>
            </a:r>
          </a:p>
          <a:p>
            <a:pPr lvl="1"/>
            <a:r>
              <a:t>Implement stronger validation rules</a:t>
            </a:r>
          </a:p>
          <a:p>
            <a:pPr lvl="1"/>
            <a:r>
              <a:t>Introduce pagination and filtering</a:t>
            </a:r>
          </a:p>
          <a:p>
            <a:pPr lvl="1"/>
            <a:r>
              <a:t>Improve global error handling</a:t>
            </a:r>
          </a:p>
          <a:p>
            <a:pPr lvl="1"/>
            <a:r>
              <a:t>Prepare application for deployment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Milestone 4 successfully integrates Angular frontend</a:t>
            </a:r>
          </a:p>
          <a:p>
            <a:pPr lvl="1"/>
            <a:r>
              <a:t>Full CRUD operations functional</a:t>
            </a:r>
          </a:p>
          <a:p>
            <a:pPr lvl="1"/>
            <a:r>
              <a:t>Stable backend foundation maintained</a:t>
            </a:r>
          </a:p>
          <a:p>
            <a:pPr lvl="1"/>
            <a:r>
              <a:t>Application ready for testing and final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</TotalTime>
  <Words>566</Words>
  <Application>Microsoft Office PowerPoint</Application>
  <PresentationFormat>On-screen Show (4:3)</PresentationFormat>
  <Paragraphs>90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Wisp</vt:lpstr>
      <vt:lpstr>Milestone 4 Angular Frontend Integration</vt:lpstr>
      <vt:lpstr>Project Overview</vt:lpstr>
      <vt:lpstr>Architecture Summary</vt:lpstr>
      <vt:lpstr>Implemented Features</vt:lpstr>
      <vt:lpstr>Challenges Encountered</vt:lpstr>
      <vt:lpstr>Pending Issues / Enhancements</vt:lpstr>
      <vt:lpstr>Lessons Learned</vt:lpstr>
      <vt:lpstr>Future Improvements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Eric Engstrom</dc:creator>
  <cp:keywords/>
  <dc:description>generated using python-pptx</dc:description>
  <cp:lastModifiedBy>Eric Engstrom</cp:lastModifiedBy>
  <cp:revision>2</cp:revision>
  <dcterms:created xsi:type="dcterms:W3CDTF">2013-01-27T09:14:16Z</dcterms:created>
  <dcterms:modified xsi:type="dcterms:W3CDTF">2026-02-22T02:05:02Z</dcterms:modified>
  <cp:category/>
</cp:coreProperties>
</file>