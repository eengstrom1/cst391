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87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37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0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40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64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3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73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6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142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999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60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900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679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459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11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6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om.com/share/4facb852b3d94617833a4c3ba387797d" TargetMode="External"/><Relationship Id="rId2" Type="http://schemas.openxmlformats.org/officeDocument/2006/relationships/hyperlink" Target="https://www.loom.com/share/522e9c33692f4e7fbd21f2633280ca6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ProductUI &amp; ProductAPI Final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Eric Engstrom</a:t>
            </a:r>
          </a:p>
          <a:p>
            <a:r>
              <a:t>CST 391</a:t>
            </a:r>
          </a:p>
          <a:p>
            <a:r>
              <a:t>Milestone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stack product management application</a:t>
            </a:r>
          </a:p>
          <a:p>
            <a:r>
              <a:t>Frontend ProductUI and backend ProductAPI</a:t>
            </a:r>
          </a:p>
          <a:p>
            <a:r>
              <a:t>Supports CRUD operations for product data</a:t>
            </a:r>
          </a:p>
          <a:p>
            <a:r>
              <a:t>Demonstrates distributed system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for UI</a:t>
            </a:r>
          </a:p>
          <a:p>
            <a:r>
              <a:t>Node.js and Express for backend</a:t>
            </a:r>
          </a:p>
          <a:p>
            <a:r>
              <a:t>Axios for API communication</a:t>
            </a:r>
          </a:p>
          <a:p>
            <a:r>
              <a:t>React Router for navigation</a:t>
            </a:r>
          </a:p>
          <a:p>
            <a:r>
              <a:t>REST API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Frontend Architecture: ProductUI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 based structure</a:t>
            </a:r>
          </a:p>
          <a:p>
            <a:r>
              <a:t>Handles user interaction</a:t>
            </a:r>
          </a:p>
          <a:p>
            <a:r>
              <a:t>Uses state and props</a:t>
            </a:r>
          </a:p>
          <a:p>
            <a:r>
              <a:t>Dynamic UI updates</a:t>
            </a:r>
          </a:p>
          <a:p>
            <a:r>
              <a:t>Routing between 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Backend Architecture: ProductAPI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Express REST API</a:t>
            </a:r>
          </a:p>
          <a:p>
            <a:r>
              <a:t>Handles GET POST PUT DELETE</a:t>
            </a:r>
          </a:p>
          <a:p>
            <a:r>
              <a:t>Processes product data</a:t>
            </a:r>
          </a:p>
          <a:p>
            <a:r>
              <a:t>Returns JSON responses</a:t>
            </a:r>
          </a:p>
          <a:p>
            <a:r>
              <a:t>Supports frontend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new products</a:t>
            </a:r>
          </a:p>
          <a:p>
            <a:r>
              <a:t>Read product list and details</a:t>
            </a:r>
          </a:p>
          <a:p>
            <a:r>
              <a:t>Update existing products</a:t>
            </a:r>
          </a:p>
          <a:p>
            <a:r>
              <a:t>Delete products</a:t>
            </a:r>
          </a:p>
          <a:p>
            <a:r>
              <a:t>UI reflects all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and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pages in application</a:t>
            </a:r>
          </a:p>
          <a:p>
            <a:r>
              <a:t>Product list view</a:t>
            </a:r>
          </a:p>
          <a:p>
            <a:r>
              <a:t>Create product form</a:t>
            </a:r>
          </a:p>
          <a:p>
            <a:r>
              <a:t>Edit product form</a:t>
            </a:r>
          </a:p>
          <a:p>
            <a:r>
              <a:t>Smooth navigation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to End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sends requests using Axios</a:t>
            </a:r>
          </a:p>
          <a:p>
            <a:r>
              <a:t>Backend processes requests</a:t>
            </a:r>
          </a:p>
          <a:p>
            <a:r>
              <a:t>Returns JSON data</a:t>
            </a:r>
          </a:p>
          <a:p>
            <a:r>
              <a:t>UI updates dynamically</a:t>
            </a:r>
          </a:p>
          <a:p>
            <a:r>
              <a:t>Full stack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and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Inclusive design principles</a:t>
            </a:r>
          </a:p>
          <a:p>
            <a:r>
              <a:t>Readable text and contrast</a:t>
            </a:r>
          </a:p>
          <a:p>
            <a:r>
              <a:t>Keyboard accessible</a:t>
            </a:r>
          </a:p>
          <a:p>
            <a:r>
              <a:t>Form labels and structure</a:t>
            </a:r>
          </a:p>
          <a:p>
            <a:r>
              <a:t>Improves usability for all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Connecting frontend and backend</a:t>
            </a:r>
          </a:p>
          <a:p>
            <a:r>
              <a:t>Debugging API calls</a:t>
            </a:r>
          </a:p>
          <a:p>
            <a:r>
              <a:t>Managing state updates</a:t>
            </a:r>
          </a:p>
          <a:p>
            <a:r>
              <a:t>Implementing routing</a:t>
            </a:r>
          </a:p>
          <a:p>
            <a:r>
              <a:t>Understanding full stack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Navigation through </a:t>
            </a:r>
            <a:r>
              <a:rPr dirty="0" err="1"/>
              <a:t>ProductUI</a:t>
            </a:r>
            <a:endParaRPr dirty="0"/>
          </a:p>
          <a:p>
            <a:r>
              <a:rPr dirty="0"/>
              <a:t>Viewing product data</a:t>
            </a:r>
          </a:p>
          <a:p>
            <a:r>
              <a:rPr dirty="0"/>
              <a:t>Creating products</a:t>
            </a:r>
          </a:p>
          <a:p>
            <a:r>
              <a:rPr dirty="0"/>
              <a:t>Updating products</a:t>
            </a:r>
          </a:p>
          <a:p>
            <a:r>
              <a:rPr dirty="0"/>
              <a:t>Deleting products</a:t>
            </a:r>
            <a:endParaRPr lang="en-US" dirty="0"/>
          </a:p>
          <a:p>
            <a:r>
              <a:rPr lang="en-US" dirty="0">
                <a:hlinkClick r:id="rId2"/>
              </a:rPr>
              <a:t>https://www.loom.com/share/522e9c33692f4e7fbd21f2633280ca6d</a:t>
            </a:r>
            <a:endParaRPr lang="en-US" dirty="0"/>
          </a:p>
          <a:p>
            <a:r>
              <a:rPr lang="en-US" dirty="0">
                <a:hlinkClick r:id="rId3"/>
              </a:rPr>
              <a:t>https://www.loom.com/share/4facb852b3d94617833a4c3ba387797d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stack application completed</a:t>
            </a:r>
          </a:p>
          <a:p>
            <a:r>
              <a:t>Demonstrates real world development</a:t>
            </a:r>
          </a:p>
          <a:p>
            <a:r>
              <a:t>Shows technical and presentation skills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246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Organic</vt:lpstr>
      <vt:lpstr>ProductUI &amp; ProductAPI Final Presentation</vt:lpstr>
      <vt:lpstr>Project Overview</vt:lpstr>
      <vt:lpstr>Technologies Used</vt:lpstr>
      <vt:lpstr>Frontend Architecture: ProductUI</vt:lpstr>
      <vt:lpstr>Backend Architecture: ProductAPI</vt:lpstr>
      <vt:lpstr>CRUD Functionality</vt:lpstr>
      <vt:lpstr>Navigation and Routing</vt:lpstr>
      <vt:lpstr>End to End Communication</vt:lpstr>
      <vt:lpstr>Accessibility and UX</vt:lpstr>
      <vt:lpstr>Challenges and Lessons Learned</vt:lpstr>
      <vt:lpstr>Demonstration 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Eric Engstrom</dc:creator>
  <cp:keywords/>
  <dc:description>generated using python-pptx</dc:description>
  <cp:lastModifiedBy>Eric Engstrom</cp:lastModifiedBy>
  <cp:revision>2</cp:revision>
  <dcterms:created xsi:type="dcterms:W3CDTF">2013-01-27T09:14:16Z</dcterms:created>
  <dcterms:modified xsi:type="dcterms:W3CDTF">2026-03-22T19:42:21Z</dcterms:modified>
  <cp:category/>
</cp:coreProperties>
</file>