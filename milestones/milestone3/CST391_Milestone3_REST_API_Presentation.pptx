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7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6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89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8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538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5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5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54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1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0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43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613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39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401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963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268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9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9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CST 391 – Milestone 3</a:t>
            </a:r>
          </a:p>
          <a:p>
            <a:r>
              <a:t>REST API Using Express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Student: Eric Engstrom</a:t>
            </a:r>
          </a:p>
          <a:p>
            <a:r>
              <a:t>Course: CST 391</a:t>
            </a:r>
          </a:p>
          <a:p>
            <a:r>
              <a:t>Instructor: Robert Estey</a:t>
            </a:r>
          </a:p>
          <a:p>
            <a:r>
              <a:t>Date: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milestone focuses on implementing the backend REST API defined in the previous design milestone. The application provides create, read, update, and delete operations for a Product entity using NodeJS and Express written in TypeScript, with data stored in a MySQL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backend follows a layered architecture consisting of routes, controllers, services, and data access objects. This separation of concerns improves maintainability and aligns with enterprise development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REST endpoints:</a:t>
            </a:r>
          </a:p>
          <a:p>
            <a:r>
              <a:t>- GET /api/products</a:t>
            </a:r>
          </a:p>
          <a:p>
            <a:r>
              <a:t>- GET /api/products/:id</a:t>
            </a:r>
          </a:p>
          <a:p>
            <a:r>
              <a:t>- POST /api/products</a:t>
            </a:r>
          </a:p>
          <a:p>
            <a:r>
              <a:t>- PUT /api/products/:id</a:t>
            </a:r>
          </a:p>
          <a:p>
            <a:r>
              <a:t>- DELETE /api/products/:id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MySQL relational database stores product data. CRUD operations are performed through a DAO layer and verified using MySQL Workbench.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Postman was used to test all REST endpoints. Database changes were validated using SQL queries after each create, update, and delete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included configuring TypeScript with Express and resolving MySQL authentication issues. These were resolved using proper type definitions and a dedicated database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Pending Issues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and advanced validation are not implemented as they are outside the scope of this milestone. Frontend integration will be addressed in future milestones.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milestone reinforced the importance of aligning design documentation with implementation. Layered architecture and TypeScript improved code quality and maintainability.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milestones will focus on frontend integration using Angular and React, expanded testing, and preparing the final project presentation.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311</Words>
  <Application>Microsoft Office PowerPoint</Application>
  <PresentationFormat>On-screen Show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CST 391 – Milestone 3 REST API Using Express Framework</vt:lpstr>
      <vt:lpstr>Project Overview</vt:lpstr>
      <vt:lpstr>System Architecture</vt:lpstr>
      <vt:lpstr>REST API Design</vt:lpstr>
      <vt:lpstr>Database Implementation</vt:lpstr>
      <vt:lpstr>Testing and Validation</vt:lpstr>
      <vt:lpstr>Challenges Encountered</vt:lpstr>
      <vt:lpstr>Pending Issues and Limitations</vt:lpstr>
      <vt:lpstr>Lessons Learned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Eric Engstrom</dc:creator>
  <cp:keywords/>
  <dc:description>generated using python-pptx</dc:description>
  <cp:lastModifiedBy>Eric Engstrom</cp:lastModifiedBy>
  <cp:revision>2</cp:revision>
  <dcterms:created xsi:type="dcterms:W3CDTF">2013-01-27T09:14:16Z</dcterms:created>
  <dcterms:modified xsi:type="dcterms:W3CDTF">2026-02-08T07:41:01Z</dcterms:modified>
  <cp:category/>
</cp:coreProperties>
</file>